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7" r:id="rId6"/>
    <p:sldId id="258" r:id="rId7"/>
    <p:sldId id="295" r:id="rId8"/>
    <p:sldId id="296" r:id="rId9"/>
    <p:sldId id="297" r:id="rId10"/>
    <p:sldId id="298" r:id="rId11"/>
    <p:sldId id="300" r:id="rId1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D24BA8-6A9E-4B3F-81C7-A6EE75420946}" v="34" dt="2024-10-10T09:37:59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ZOGNI Thomas UCI OC" userId="7c394e66-3a93-4bc4-9808-fc21bfae2f14" providerId="ADAL" clId="{3DD24BA8-6A9E-4B3F-81C7-A6EE75420946}"/>
    <pc:docChg chg="custSel addSld delSld modSld sldOrd">
      <pc:chgData name="SONZOGNI Thomas UCI OC" userId="7c394e66-3a93-4bc4-9808-fc21bfae2f14" providerId="ADAL" clId="{3DD24BA8-6A9E-4B3F-81C7-A6EE75420946}" dt="2024-10-10T09:39:56.063" v="933" actId="2696"/>
      <pc:docMkLst>
        <pc:docMk/>
      </pc:docMkLst>
      <pc:sldChg chg="addSp modSp mod">
        <pc:chgData name="SONZOGNI Thomas UCI OC" userId="7c394e66-3a93-4bc4-9808-fc21bfae2f14" providerId="ADAL" clId="{3DD24BA8-6A9E-4B3F-81C7-A6EE75420946}" dt="2024-10-10T08:39:10.584" v="9" actId="1076"/>
        <pc:sldMkLst>
          <pc:docMk/>
          <pc:sldMk cId="1642425379" sldId="256"/>
        </pc:sldMkLst>
        <pc:picChg chg="add mod">
          <ac:chgData name="SONZOGNI Thomas UCI OC" userId="7c394e66-3a93-4bc4-9808-fc21bfae2f14" providerId="ADAL" clId="{3DD24BA8-6A9E-4B3F-81C7-A6EE75420946}" dt="2024-10-10T08:39:10.584" v="9" actId="1076"/>
          <ac:picMkLst>
            <pc:docMk/>
            <pc:sldMk cId="1642425379" sldId="256"/>
            <ac:picMk id="7" creationId="{689F8F0B-19B5-ECD3-09D3-BA8BA6DF26F7}"/>
          </ac:picMkLst>
        </pc:picChg>
      </pc:sldChg>
      <pc:sldChg chg="addSp delSp modSp mod ord">
        <pc:chgData name="SONZOGNI Thomas UCI OC" userId="7c394e66-3a93-4bc4-9808-fc21bfae2f14" providerId="ADAL" clId="{3DD24BA8-6A9E-4B3F-81C7-A6EE75420946}" dt="2024-10-10T09:24:53.624" v="668" actId="1076"/>
        <pc:sldMkLst>
          <pc:docMk/>
          <pc:sldMk cId="707789176" sldId="258"/>
        </pc:sldMkLst>
        <pc:spChg chg="del mod">
          <ac:chgData name="SONZOGNI Thomas UCI OC" userId="7c394e66-3a93-4bc4-9808-fc21bfae2f14" providerId="ADAL" clId="{3DD24BA8-6A9E-4B3F-81C7-A6EE75420946}" dt="2024-10-10T08:40:08.397" v="20" actId="478"/>
          <ac:spMkLst>
            <pc:docMk/>
            <pc:sldMk cId="707789176" sldId="258"/>
            <ac:spMk id="2" creationId="{A29DE7F2-E890-4744-88DD-A75F5E300513}"/>
          </ac:spMkLst>
        </pc:spChg>
        <pc:spChg chg="add del mod">
          <ac:chgData name="SONZOGNI Thomas UCI OC" userId="7c394e66-3a93-4bc4-9808-fc21bfae2f14" providerId="ADAL" clId="{3DD24BA8-6A9E-4B3F-81C7-A6EE75420946}" dt="2024-10-10T08:40:11.451" v="22" actId="478"/>
          <ac:spMkLst>
            <pc:docMk/>
            <pc:sldMk cId="707789176" sldId="258"/>
            <ac:spMk id="4" creationId="{F3D5D4A3-E598-0761-3F2F-4022A2517F8F}"/>
          </ac:spMkLst>
        </pc:spChg>
        <pc:spChg chg="add mod">
          <ac:chgData name="SONZOGNI Thomas UCI OC" userId="7c394e66-3a93-4bc4-9808-fc21bfae2f14" providerId="ADAL" clId="{3DD24BA8-6A9E-4B3F-81C7-A6EE75420946}" dt="2024-10-10T09:24:38.696" v="664" actId="1076"/>
          <ac:spMkLst>
            <pc:docMk/>
            <pc:sldMk cId="707789176" sldId="258"/>
            <ac:spMk id="5" creationId="{D201EDBB-E64E-E217-0BA1-9CBAC7D8568E}"/>
          </ac:spMkLst>
        </pc:spChg>
        <pc:spChg chg="add mod">
          <ac:chgData name="SONZOGNI Thomas UCI OC" userId="7c394e66-3a93-4bc4-9808-fc21bfae2f14" providerId="ADAL" clId="{3DD24BA8-6A9E-4B3F-81C7-A6EE75420946}" dt="2024-10-10T08:57:52.097" v="278" actId="1076"/>
          <ac:spMkLst>
            <pc:docMk/>
            <pc:sldMk cId="707789176" sldId="258"/>
            <ac:spMk id="15" creationId="{B1D06DAE-D7C2-69B2-99B2-CEC7CD7008A2}"/>
          </ac:spMkLst>
        </pc:spChg>
        <pc:spChg chg="add mod">
          <ac:chgData name="SONZOGNI Thomas UCI OC" userId="7c394e66-3a93-4bc4-9808-fc21bfae2f14" providerId="ADAL" clId="{3DD24BA8-6A9E-4B3F-81C7-A6EE75420946}" dt="2024-10-10T08:55:08.331" v="155" actId="1076"/>
          <ac:spMkLst>
            <pc:docMk/>
            <pc:sldMk cId="707789176" sldId="258"/>
            <ac:spMk id="16" creationId="{F46B417F-FC13-6329-2270-7E4A621D3CFF}"/>
          </ac:spMkLst>
        </pc:spChg>
        <pc:spChg chg="add mod">
          <ac:chgData name="SONZOGNI Thomas UCI OC" userId="7c394e66-3a93-4bc4-9808-fc21bfae2f14" providerId="ADAL" clId="{3DD24BA8-6A9E-4B3F-81C7-A6EE75420946}" dt="2024-10-10T08:55:38.621" v="173" actId="1076"/>
          <ac:spMkLst>
            <pc:docMk/>
            <pc:sldMk cId="707789176" sldId="258"/>
            <ac:spMk id="17" creationId="{77A53E5E-3E87-431A-010D-E2A14F2DAD57}"/>
          </ac:spMkLst>
        </pc:spChg>
        <pc:spChg chg="add mod">
          <ac:chgData name="SONZOGNI Thomas UCI OC" userId="7c394e66-3a93-4bc4-9808-fc21bfae2f14" providerId="ADAL" clId="{3DD24BA8-6A9E-4B3F-81C7-A6EE75420946}" dt="2024-10-10T08:56:19.958" v="207" actId="1076"/>
          <ac:spMkLst>
            <pc:docMk/>
            <pc:sldMk cId="707789176" sldId="258"/>
            <ac:spMk id="18" creationId="{88B3F3B6-D798-85EB-C4A1-9CCF4A855FAB}"/>
          </ac:spMkLst>
        </pc:spChg>
        <pc:spChg chg="add mod">
          <ac:chgData name="SONZOGNI Thomas UCI OC" userId="7c394e66-3a93-4bc4-9808-fc21bfae2f14" providerId="ADAL" clId="{3DD24BA8-6A9E-4B3F-81C7-A6EE75420946}" dt="2024-10-10T08:57:01.014" v="231" actId="1076"/>
          <ac:spMkLst>
            <pc:docMk/>
            <pc:sldMk cId="707789176" sldId="258"/>
            <ac:spMk id="19" creationId="{27E83C20-091C-084A-867E-3BB3619FF00C}"/>
          </ac:spMkLst>
        </pc:spChg>
        <pc:picChg chg="add mod">
          <ac:chgData name="SONZOGNI Thomas UCI OC" userId="7c394e66-3a93-4bc4-9808-fc21bfae2f14" providerId="ADAL" clId="{3DD24BA8-6A9E-4B3F-81C7-A6EE75420946}" dt="2024-10-10T09:24:45.207" v="665" actId="1076"/>
          <ac:picMkLst>
            <pc:docMk/>
            <pc:sldMk cId="707789176" sldId="258"/>
            <ac:picMk id="6" creationId="{5EB25265-264B-724B-2C37-5615BE5A9FFE}"/>
          </ac:picMkLst>
        </pc:picChg>
        <pc:picChg chg="add mod">
          <ac:chgData name="SONZOGNI Thomas UCI OC" userId="7c394e66-3a93-4bc4-9808-fc21bfae2f14" providerId="ADAL" clId="{3DD24BA8-6A9E-4B3F-81C7-A6EE75420946}" dt="2024-10-10T09:24:51.119" v="667" actId="1076"/>
          <ac:picMkLst>
            <pc:docMk/>
            <pc:sldMk cId="707789176" sldId="258"/>
            <ac:picMk id="9" creationId="{4B131644-0189-F2A5-9C0E-57FB25566615}"/>
          </ac:picMkLst>
        </pc:picChg>
        <pc:picChg chg="add mod">
          <ac:chgData name="SONZOGNI Thomas UCI OC" userId="7c394e66-3a93-4bc4-9808-fc21bfae2f14" providerId="ADAL" clId="{3DD24BA8-6A9E-4B3F-81C7-A6EE75420946}" dt="2024-10-10T08:53:28.338" v="92" actId="1076"/>
          <ac:picMkLst>
            <pc:docMk/>
            <pc:sldMk cId="707789176" sldId="258"/>
            <ac:picMk id="10" creationId="{A4490DCA-2562-3B12-670F-C8498B10A8D4}"/>
          </ac:picMkLst>
        </pc:picChg>
        <pc:picChg chg="add mod">
          <ac:chgData name="SONZOGNI Thomas UCI OC" userId="7c394e66-3a93-4bc4-9808-fc21bfae2f14" providerId="ADAL" clId="{3DD24BA8-6A9E-4B3F-81C7-A6EE75420946}" dt="2024-10-10T08:57:48.656" v="277" actId="1076"/>
          <ac:picMkLst>
            <pc:docMk/>
            <pc:sldMk cId="707789176" sldId="258"/>
            <ac:picMk id="11" creationId="{50F011B4-5C19-3B5F-2377-90E93551F949}"/>
          </ac:picMkLst>
        </pc:picChg>
        <pc:picChg chg="add mod">
          <ac:chgData name="SONZOGNI Thomas UCI OC" userId="7c394e66-3a93-4bc4-9808-fc21bfae2f14" providerId="ADAL" clId="{3DD24BA8-6A9E-4B3F-81C7-A6EE75420946}" dt="2024-10-10T08:54:18.115" v="112" actId="1076"/>
          <ac:picMkLst>
            <pc:docMk/>
            <pc:sldMk cId="707789176" sldId="258"/>
            <ac:picMk id="12" creationId="{C45A8126-754C-9CFB-0050-3478546AF023}"/>
          </ac:picMkLst>
        </pc:picChg>
        <pc:picChg chg="add mod">
          <ac:chgData name="SONZOGNI Thomas UCI OC" userId="7c394e66-3a93-4bc4-9808-fc21bfae2f14" providerId="ADAL" clId="{3DD24BA8-6A9E-4B3F-81C7-A6EE75420946}" dt="2024-10-10T08:53:32.051" v="95" actId="1076"/>
          <ac:picMkLst>
            <pc:docMk/>
            <pc:sldMk cId="707789176" sldId="258"/>
            <ac:picMk id="13" creationId="{77ACEB31-96D5-6B30-96CA-4E08D69E6CD0}"/>
          </ac:picMkLst>
        </pc:picChg>
        <pc:picChg chg="add mod">
          <ac:chgData name="SONZOGNI Thomas UCI OC" userId="7c394e66-3a93-4bc4-9808-fc21bfae2f14" providerId="ADAL" clId="{3DD24BA8-6A9E-4B3F-81C7-A6EE75420946}" dt="2024-10-10T08:54:16.746" v="111" actId="1076"/>
          <ac:picMkLst>
            <pc:docMk/>
            <pc:sldMk cId="707789176" sldId="258"/>
            <ac:picMk id="14" creationId="{72C6F469-EB46-0BF3-72B5-5C5684F7AD68}"/>
          </ac:picMkLst>
        </pc:picChg>
        <pc:picChg chg="add mod">
          <ac:chgData name="SONZOGNI Thomas UCI OC" userId="7c394e66-3a93-4bc4-9808-fc21bfae2f14" providerId="ADAL" clId="{3DD24BA8-6A9E-4B3F-81C7-A6EE75420946}" dt="2024-10-10T09:24:53.624" v="668" actId="1076"/>
          <ac:picMkLst>
            <pc:docMk/>
            <pc:sldMk cId="707789176" sldId="258"/>
            <ac:picMk id="20" creationId="{D27370FD-D7A0-36A4-D3CE-D3AD145F0169}"/>
          </ac:picMkLst>
        </pc:picChg>
        <pc:cxnChg chg="add mod">
          <ac:chgData name="SONZOGNI Thomas UCI OC" userId="7c394e66-3a93-4bc4-9808-fc21bfae2f14" providerId="ADAL" clId="{3DD24BA8-6A9E-4B3F-81C7-A6EE75420946}" dt="2024-10-10T09:24:48.456" v="666" actId="1076"/>
          <ac:cxnSpMkLst>
            <pc:docMk/>
            <pc:sldMk cId="707789176" sldId="258"/>
            <ac:cxnSpMk id="8" creationId="{BF1CA372-2FB6-47C0-E50C-3B8A61093FFF}"/>
          </ac:cxnSpMkLst>
        </pc:cxnChg>
      </pc:sldChg>
      <pc:sldChg chg="del">
        <pc:chgData name="SONZOGNI Thomas UCI OC" userId="7c394e66-3a93-4bc4-9808-fc21bfae2f14" providerId="ADAL" clId="{3DD24BA8-6A9E-4B3F-81C7-A6EE75420946}" dt="2024-10-10T08:59:29.027" v="295" actId="47"/>
        <pc:sldMkLst>
          <pc:docMk/>
          <pc:sldMk cId="566997565" sldId="260"/>
        </pc:sldMkLst>
      </pc:sldChg>
      <pc:sldChg chg="addSp delSp modSp del mod">
        <pc:chgData name="SONZOGNI Thomas UCI OC" userId="7c394e66-3a93-4bc4-9808-fc21bfae2f14" providerId="ADAL" clId="{3DD24BA8-6A9E-4B3F-81C7-A6EE75420946}" dt="2024-10-10T08:59:33.364" v="307" actId="47"/>
        <pc:sldMkLst>
          <pc:docMk/>
          <pc:sldMk cId="1738561688" sldId="261"/>
        </pc:sldMkLst>
        <pc:spChg chg="del mod">
          <ac:chgData name="SONZOGNI Thomas UCI OC" userId="7c394e66-3a93-4bc4-9808-fc21bfae2f14" providerId="ADAL" clId="{3DD24BA8-6A9E-4B3F-81C7-A6EE75420946}" dt="2024-10-10T08:39:45.837" v="15" actId="478"/>
          <ac:spMkLst>
            <pc:docMk/>
            <pc:sldMk cId="1738561688" sldId="261"/>
            <ac:spMk id="3" creationId="{7D779DE4-CAEA-4617-897E-FEC9A2AC2D6A}"/>
          </ac:spMkLst>
        </pc:spChg>
        <pc:spChg chg="del">
          <ac:chgData name="SONZOGNI Thomas UCI OC" userId="7c394e66-3a93-4bc4-9808-fc21bfae2f14" providerId="ADAL" clId="{3DD24BA8-6A9E-4B3F-81C7-A6EE75420946}" dt="2024-10-10T08:39:48.013" v="16" actId="478"/>
          <ac:spMkLst>
            <pc:docMk/>
            <pc:sldMk cId="1738561688" sldId="261"/>
            <ac:spMk id="4" creationId="{F5FF1291-56EB-4A7B-A198-1D91F9ECC5D3}"/>
          </ac:spMkLst>
        </pc:spChg>
        <pc:spChg chg="del mod">
          <ac:chgData name="SONZOGNI Thomas UCI OC" userId="7c394e66-3a93-4bc4-9808-fc21bfae2f14" providerId="ADAL" clId="{3DD24BA8-6A9E-4B3F-81C7-A6EE75420946}" dt="2024-10-10T08:39:39.236" v="13" actId="478"/>
          <ac:spMkLst>
            <pc:docMk/>
            <pc:sldMk cId="1738561688" sldId="261"/>
            <ac:spMk id="7" creationId="{D7EB25CA-DA83-483D-AF83-0001BDF2DE2B}"/>
          </ac:spMkLst>
        </pc:spChg>
        <pc:spChg chg="del mod">
          <ac:chgData name="SONZOGNI Thomas UCI OC" userId="7c394e66-3a93-4bc4-9808-fc21bfae2f14" providerId="ADAL" clId="{3DD24BA8-6A9E-4B3F-81C7-A6EE75420946}" dt="2024-10-10T08:39:35.470" v="12" actId="478"/>
          <ac:spMkLst>
            <pc:docMk/>
            <pc:sldMk cId="1738561688" sldId="261"/>
            <ac:spMk id="8" creationId="{B46CE8C6-E12D-4A0D-8553-7FFA31941D56}"/>
          </ac:spMkLst>
        </pc:spChg>
        <pc:spChg chg="add mod">
          <ac:chgData name="SONZOGNI Thomas UCI OC" userId="7c394e66-3a93-4bc4-9808-fc21bfae2f14" providerId="ADAL" clId="{3DD24BA8-6A9E-4B3F-81C7-A6EE75420946}" dt="2024-10-10T08:39:35.470" v="12" actId="478"/>
          <ac:spMkLst>
            <pc:docMk/>
            <pc:sldMk cId="1738561688" sldId="261"/>
            <ac:spMk id="15" creationId="{2ABEBBF5-9B52-A358-8135-8266C768462C}"/>
          </ac:spMkLst>
        </pc:spChg>
        <pc:spChg chg="add mod">
          <ac:chgData name="SONZOGNI Thomas UCI OC" userId="7c394e66-3a93-4bc4-9808-fc21bfae2f14" providerId="ADAL" clId="{3DD24BA8-6A9E-4B3F-81C7-A6EE75420946}" dt="2024-10-10T08:39:39.236" v="13" actId="478"/>
          <ac:spMkLst>
            <pc:docMk/>
            <pc:sldMk cId="1738561688" sldId="261"/>
            <ac:spMk id="17" creationId="{3CF66A47-8BD1-CEC1-A42F-82565D5CD2DE}"/>
          </ac:spMkLst>
        </pc:spChg>
        <pc:spChg chg="add mod">
          <ac:chgData name="SONZOGNI Thomas UCI OC" userId="7c394e66-3a93-4bc4-9808-fc21bfae2f14" providerId="ADAL" clId="{3DD24BA8-6A9E-4B3F-81C7-A6EE75420946}" dt="2024-10-10T08:39:45.837" v="15" actId="478"/>
          <ac:spMkLst>
            <pc:docMk/>
            <pc:sldMk cId="1738561688" sldId="261"/>
            <ac:spMk id="19" creationId="{1887F3F6-AFB0-E478-514C-A78423F679C2}"/>
          </ac:spMkLst>
        </pc:spChg>
        <pc:spChg chg="add mod">
          <ac:chgData name="SONZOGNI Thomas UCI OC" userId="7c394e66-3a93-4bc4-9808-fc21bfae2f14" providerId="ADAL" clId="{3DD24BA8-6A9E-4B3F-81C7-A6EE75420946}" dt="2024-10-10T08:39:48.013" v="16" actId="478"/>
          <ac:spMkLst>
            <pc:docMk/>
            <pc:sldMk cId="1738561688" sldId="261"/>
            <ac:spMk id="21" creationId="{50069A23-FCAA-6480-EF96-5757CCD20841}"/>
          </ac:spMkLst>
        </pc:spChg>
      </pc:sldChg>
      <pc:sldChg chg="del">
        <pc:chgData name="SONZOGNI Thomas UCI OC" userId="7c394e66-3a93-4bc4-9808-fc21bfae2f14" providerId="ADAL" clId="{3DD24BA8-6A9E-4B3F-81C7-A6EE75420946}" dt="2024-10-10T08:59:32.449" v="306" actId="47"/>
        <pc:sldMkLst>
          <pc:docMk/>
          <pc:sldMk cId="1593920805" sldId="262"/>
        </pc:sldMkLst>
      </pc:sldChg>
      <pc:sldChg chg="del">
        <pc:chgData name="SONZOGNI Thomas UCI OC" userId="7c394e66-3a93-4bc4-9808-fc21bfae2f14" providerId="ADAL" clId="{3DD24BA8-6A9E-4B3F-81C7-A6EE75420946}" dt="2024-10-10T08:59:31.822" v="304" actId="47"/>
        <pc:sldMkLst>
          <pc:docMk/>
          <pc:sldMk cId="1346372204" sldId="264"/>
        </pc:sldMkLst>
      </pc:sldChg>
      <pc:sldChg chg="del">
        <pc:chgData name="SONZOGNI Thomas UCI OC" userId="7c394e66-3a93-4bc4-9808-fc21bfae2f14" providerId="ADAL" clId="{3DD24BA8-6A9E-4B3F-81C7-A6EE75420946}" dt="2024-10-10T08:59:31.245" v="302" actId="47"/>
        <pc:sldMkLst>
          <pc:docMk/>
          <pc:sldMk cId="2121178069" sldId="266"/>
        </pc:sldMkLst>
      </pc:sldChg>
      <pc:sldChg chg="del">
        <pc:chgData name="SONZOGNI Thomas UCI OC" userId="7c394e66-3a93-4bc4-9808-fc21bfae2f14" providerId="ADAL" clId="{3DD24BA8-6A9E-4B3F-81C7-A6EE75420946}" dt="2024-10-10T08:59:30.629" v="300" actId="47"/>
        <pc:sldMkLst>
          <pc:docMk/>
          <pc:sldMk cId="4151694508" sldId="268"/>
        </pc:sldMkLst>
      </pc:sldChg>
      <pc:sldChg chg="del">
        <pc:chgData name="SONZOGNI Thomas UCI OC" userId="7c394e66-3a93-4bc4-9808-fc21bfae2f14" providerId="ADAL" clId="{3DD24BA8-6A9E-4B3F-81C7-A6EE75420946}" dt="2024-10-10T08:59:30.004" v="298" actId="47"/>
        <pc:sldMkLst>
          <pc:docMk/>
          <pc:sldMk cId="1472106130" sldId="270"/>
        </pc:sldMkLst>
      </pc:sldChg>
      <pc:sldChg chg="del">
        <pc:chgData name="SONZOGNI Thomas UCI OC" userId="7c394e66-3a93-4bc4-9808-fc21bfae2f14" providerId="ADAL" clId="{3DD24BA8-6A9E-4B3F-81C7-A6EE75420946}" dt="2024-10-10T08:59:25.075" v="291" actId="2696"/>
        <pc:sldMkLst>
          <pc:docMk/>
          <pc:sldMk cId="920173932" sldId="275"/>
        </pc:sldMkLst>
      </pc:sldChg>
      <pc:sldChg chg="del">
        <pc:chgData name="SONZOGNI Thomas UCI OC" userId="7c394e66-3a93-4bc4-9808-fc21bfae2f14" providerId="ADAL" clId="{3DD24BA8-6A9E-4B3F-81C7-A6EE75420946}" dt="2024-10-10T08:59:20.912" v="290" actId="2696"/>
        <pc:sldMkLst>
          <pc:docMk/>
          <pc:sldMk cId="2436493926" sldId="276"/>
        </pc:sldMkLst>
      </pc:sldChg>
      <pc:sldChg chg="addSp modSp mod">
        <pc:chgData name="SONZOGNI Thomas UCI OC" userId="7c394e66-3a93-4bc4-9808-fc21bfae2f14" providerId="ADAL" clId="{3DD24BA8-6A9E-4B3F-81C7-A6EE75420946}" dt="2024-10-10T09:34:10.044" v="822" actId="20577"/>
        <pc:sldMkLst>
          <pc:docMk/>
          <pc:sldMk cId="2243494996" sldId="277"/>
        </pc:sldMkLst>
        <pc:spChg chg="mod">
          <ac:chgData name="SONZOGNI Thomas UCI OC" userId="7c394e66-3a93-4bc4-9808-fc21bfae2f14" providerId="ADAL" clId="{3DD24BA8-6A9E-4B3F-81C7-A6EE75420946}" dt="2024-10-10T09:10:45.100" v="578" actId="1076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SONZOGNI Thomas UCI OC" userId="7c394e66-3a93-4bc4-9808-fc21bfae2f14" providerId="ADAL" clId="{3DD24BA8-6A9E-4B3F-81C7-A6EE75420946}" dt="2024-10-10T09:34:10.044" v="822" actId="20577"/>
          <ac:spMkLst>
            <pc:docMk/>
            <pc:sldMk cId="2243494996" sldId="277"/>
            <ac:spMk id="3" creationId="{35E3EA69-4E0E-41BD-8095-A124225A2647}"/>
          </ac:spMkLst>
        </pc:spChg>
        <pc:picChg chg="add mod">
          <ac:chgData name="SONZOGNI Thomas UCI OC" userId="7c394e66-3a93-4bc4-9808-fc21bfae2f14" providerId="ADAL" clId="{3DD24BA8-6A9E-4B3F-81C7-A6EE75420946}" dt="2024-10-10T09:11:06.652" v="582" actId="1076"/>
          <ac:picMkLst>
            <pc:docMk/>
            <pc:sldMk cId="2243494996" sldId="277"/>
            <ac:picMk id="7" creationId="{C2A91A34-7425-2384-4D82-C3A5EB217557}"/>
          </ac:picMkLst>
        </pc:picChg>
        <pc:picChg chg="add mod">
          <ac:chgData name="SONZOGNI Thomas UCI OC" userId="7c394e66-3a93-4bc4-9808-fc21bfae2f14" providerId="ADAL" clId="{3DD24BA8-6A9E-4B3F-81C7-A6EE75420946}" dt="2024-10-10T09:11:43.159" v="584" actId="1076"/>
          <ac:picMkLst>
            <pc:docMk/>
            <pc:sldMk cId="2243494996" sldId="277"/>
            <ac:picMk id="8" creationId="{D9847997-4139-7E33-C084-9C82B64D9EDC}"/>
          </ac:picMkLst>
        </pc:picChg>
      </pc:sldChg>
      <pc:sldChg chg="del">
        <pc:chgData name="SONZOGNI Thomas UCI OC" userId="7c394e66-3a93-4bc4-9808-fc21bfae2f14" providerId="ADAL" clId="{3DD24BA8-6A9E-4B3F-81C7-A6EE75420946}" dt="2024-10-10T08:59:31.540" v="303" actId="47"/>
        <pc:sldMkLst>
          <pc:docMk/>
          <pc:sldMk cId="2069393026" sldId="278"/>
        </pc:sldMkLst>
      </pc:sldChg>
      <pc:sldChg chg="del">
        <pc:chgData name="SONZOGNI Thomas UCI OC" userId="7c394e66-3a93-4bc4-9808-fc21bfae2f14" providerId="ADAL" clId="{3DD24BA8-6A9E-4B3F-81C7-A6EE75420946}" dt="2024-10-10T08:59:30.311" v="299" actId="47"/>
        <pc:sldMkLst>
          <pc:docMk/>
          <pc:sldMk cId="1417396711" sldId="280"/>
        </pc:sldMkLst>
      </pc:sldChg>
      <pc:sldChg chg="del">
        <pc:chgData name="SONZOGNI Thomas UCI OC" userId="7c394e66-3a93-4bc4-9808-fc21bfae2f14" providerId="ADAL" clId="{3DD24BA8-6A9E-4B3F-81C7-A6EE75420946}" dt="2024-10-10T08:59:28.517" v="294" actId="47"/>
        <pc:sldMkLst>
          <pc:docMk/>
          <pc:sldMk cId="3477453048" sldId="282"/>
        </pc:sldMkLst>
      </pc:sldChg>
      <pc:sldChg chg="del">
        <pc:chgData name="SONZOGNI Thomas UCI OC" userId="7c394e66-3a93-4bc4-9808-fc21bfae2f14" providerId="ADAL" clId="{3DD24BA8-6A9E-4B3F-81C7-A6EE75420946}" dt="2024-10-10T08:59:27.720" v="293" actId="47"/>
        <pc:sldMkLst>
          <pc:docMk/>
          <pc:sldMk cId="3396266754" sldId="283"/>
        </pc:sldMkLst>
      </pc:sldChg>
      <pc:sldChg chg="del">
        <pc:chgData name="SONZOGNI Thomas UCI OC" userId="7c394e66-3a93-4bc4-9808-fc21bfae2f14" providerId="ADAL" clId="{3DD24BA8-6A9E-4B3F-81C7-A6EE75420946}" dt="2024-10-10T08:59:32.159" v="305" actId="47"/>
        <pc:sldMkLst>
          <pc:docMk/>
          <pc:sldMk cId="1844941827" sldId="289"/>
        </pc:sldMkLst>
      </pc:sldChg>
      <pc:sldChg chg="del">
        <pc:chgData name="SONZOGNI Thomas UCI OC" userId="7c394e66-3a93-4bc4-9808-fc21bfae2f14" providerId="ADAL" clId="{3DD24BA8-6A9E-4B3F-81C7-A6EE75420946}" dt="2024-10-10T08:59:26.731" v="292" actId="47"/>
        <pc:sldMkLst>
          <pc:docMk/>
          <pc:sldMk cId="1177824853" sldId="290"/>
        </pc:sldMkLst>
      </pc:sldChg>
      <pc:sldChg chg="del">
        <pc:chgData name="SONZOGNI Thomas UCI OC" userId="7c394e66-3a93-4bc4-9808-fc21bfae2f14" providerId="ADAL" clId="{3DD24BA8-6A9E-4B3F-81C7-A6EE75420946}" dt="2024-10-10T08:59:30.958" v="301" actId="47"/>
        <pc:sldMkLst>
          <pc:docMk/>
          <pc:sldMk cId="404854312" sldId="292"/>
        </pc:sldMkLst>
      </pc:sldChg>
      <pc:sldChg chg="del">
        <pc:chgData name="SONZOGNI Thomas UCI OC" userId="7c394e66-3a93-4bc4-9808-fc21bfae2f14" providerId="ADAL" clId="{3DD24BA8-6A9E-4B3F-81C7-A6EE75420946}" dt="2024-10-10T08:59:29.700" v="297" actId="47"/>
        <pc:sldMkLst>
          <pc:docMk/>
          <pc:sldMk cId="473871986" sldId="293"/>
        </pc:sldMkLst>
      </pc:sldChg>
      <pc:sldChg chg="del">
        <pc:chgData name="SONZOGNI Thomas UCI OC" userId="7c394e66-3a93-4bc4-9808-fc21bfae2f14" providerId="ADAL" clId="{3DD24BA8-6A9E-4B3F-81C7-A6EE75420946}" dt="2024-10-10T08:59:29.383" v="296" actId="47"/>
        <pc:sldMkLst>
          <pc:docMk/>
          <pc:sldMk cId="3084972071" sldId="294"/>
        </pc:sldMkLst>
      </pc:sldChg>
      <pc:sldChg chg="addSp delSp modSp add mod ord">
        <pc:chgData name="SONZOGNI Thomas UCI OC" userId="7c394e66-3a93-4bc4-9808-fc21bfae2f14" providerId="ADAL" clId="{3DD24BA8-6A9E-4B3F-81C7-A6EE75420946}" dt="2024-10-10T09:23:19.489" v="639" actId="1076"/>
        <pc:sldMkLst>
          <pc:docMk/>
          <pc:sldMk cId="1481382623" sldId="295"/>
        </pc:sldMkLst>
        <pc:spChg chg="del mod">
          <ac:chgData name="SONZOGNI Thomas UCI OC" userId="7c394e66-3a93-4bc4-9808-fc21bfae2f14" providerId="ADAL" clId="{3DD24BA8-6A9E-4B3F-81C7-A6EE75420946}" dt="2024-10-10T09:09:17.208" v="544" actId="478"/>
          <ac:spMkLst>
            <pc:docMk/>
            <pc:sldMk cId="1481382623" sldId="295"/>
            <ac:spMk id="2" creationId="{6719F29B-F233-48AF-8261-F33A4E079E3E}"/>
          </ac:spMkLst>
        </pc:spChg>
        <pc:spChg chg="del">
          <ac:chgData name="SONZOGNI Thomas UCI OC" userId="7c394e66-3a93-4bc4-9808-fc21bfae2f14" providerId="ADAL" clId="{3DD24BA8-6A9E-4B3F-81C7-A6EE75420946}" dt="2024-10-10T09:00:10.917" v="323" actId="478"/>
          <ac:spMkLst>
            <pc:docMk/>
            <pc:sldMk cId="1481382623" sldId="295"/>
            <ac:spMk id="3" creationId="{35E3EA69-4E0E-41BD-8095-A124225A2647}"/>
          </ac:spMkLst>
        </pc:spChg>
        <pc:spChg chg="add del mod">
          <ac:chgData name="SONZOGNI Thomas UCI OC" userId="7c394e66-3a93-4bc4-9808-fc21bfae2f14" providerId="ADAL" clId="{3DD24BA8-6A9E-4B3F-81C7-A6EE75420946}" dt="2024-10-10T09:13:22.399" v="599" actId="478"/>
          <ac:spMkLst>
            <pc:docMk/>
            <pc:sldMk cId="1481382623" sldId="295"/>
            <ac:spMk id="8" creationId="{5FCC0694-997C-5C6E-5A5C-F0E30B1BA234}"/>
          </ac:spMkLst>
        </pc:spChg>
        <pc:spChg chg="add del mod">
          <ac:chgData name="SONZOGNI Thomas UCI OC" userId="7c394e66-3a93-4bc4-9808-fc21bfae2f14" providerId="ADAL" clId="{3DD24BA8-6A9E-4B3F-81C7-A6EE75420946}" dt="2024-10-10T09:13:21.080" v="598" actId="478"/>
          <ac:spMkLst>
            <pc:docMk/>
            <pc:sldMk cId="1481382623" sldId="295"/>
            <ac:spMk id="10" creationId="{30C62F5C-9560-9187-2009-3597F35A35EB}"/>
          </ac:spMkLst>
        </pc:spChg>
        <pc:spChg chg="add mod">
          <ac:chgData name="SONZOGNI Thomas UCI OC" userId="7c394e66-3a93-4bc4-9808-fc21bfae2f14" providerId="ADAL" clId="{3DD24BA8-6A9E-4B3F-81C7-A6EE75420946}" dt="2024-10-10T09:13:17.735" v="597" actId="1076"/>
          <ac:spMkLst>
            <pc:docMk/>
            <pc:sldMk cId="1481382623" sldId="295"/>
            <ac:spMk id="11" creationId="{98051172-62AE-CF7B-2B39-0A3C12A6205A}"/>
          </ac:spMkLst>
        </pc:spChg>
        <pc:spChg chg="add mod">
          <ac:chgData name="SONZOGNI Thomas UCI OC" userId="7c394e66-3a93-4bc4-9808-fc21bfae2f14" providerId="ADAL" clId="{3DD24BA8-6A9E-4B3F-81C7-A6EE75420946}" dt="2024-10-10T09:23:19.489" v="639" actId="1076"/>
          <ac:spMkLst>
            <pc:docMk/>
            <pc:sldMk cId="1481382623" sldId="295"/>
            <ac:spMk id="15" creationId="{7F17CA9D-E1EB-CDBA-B917-C1F2685972AE}"/>
          </ac:spMkLst>
        </pc:spChg>
        <pc:picChg chg="add mod">
          <ac:chgData name="SONZOGNI Thomas UCI OC" userId="7c394e66-3a93-4bc4-9808-fc21bfae2f14" providerId="ADAL" clId="{3DD24BA8-6A9E-4B3F-81C7-A6EE75420946}" dt="2024-10-10T09:11:59.350" v="586" actId="1076"/>
          <ac:picMkLst>
            <pc:docMk/>
            <pc:sldMk cId="1481382623" sldId="295"/>
            <ac:picMk id="12" creationId="{A267857A-FF33-D2DB-B722-09EA569E6203}"/>
          </ac:picMkLst>
        </pc:picChg>
        <pc:picChg chg="add mod">
          <ac:chgData name="SONZOGNI Thomas UCI OC" userId="7c394e66-3a93-4bc4-9808-fc21bfae2f14" providerId="ADAL" clId="{3DD24BA8-6A9E-4B3F-81C7-A6EE75420946}" dt="2024-10-10T09:22:41.608" v="606" actId="1076"/>
          <ac:picMkLst>
            <pc:docMk/>
            <pc:sldMk cId="1481382623" sldId="295"/>
            <ac:picMk id="14" creationId="{03A455AD-005E-6107-71D1-8EFD45A85F3B}"/>
          </ac:picMkLst>
        </pc:picChg>
      </pc:sldChg>
      <pc:sldChg chg="addSp delSp modSp add mod ord">
        <pc:chgData name="SONZOGNI Thomas UCI OC" userId="7c394e66-3a93-4bc4-9808-fc21bfae2f14" providerId="ADAL" clId="{3DD24BA8-6A9E-4B3F-81C7-A6EE75420946}" dt="2024-10-10T09:24:26.989" v="663"/>
        <pc:sldMkLst>
          <pc:docMk/>
          <pc:sldMk cId="3722135766" sldId="296"/>
        </pc:sldMkLst>
        <pc:spChg chg="mod">
          <ac:chgData name="SONZOGNI Thomas UCI OC" userId="7c394e66-3a93-4bc4-9808-fc21bfae2f14" providerId="ADAL" clId="{3DD24BA8-6A9E-4B3F-81C7-A6EE75420946}" dt="2024-10-10T09:24:26.989" v="663"/>
          <ac:spMkLst>
            <pc:docMk/>
            <pc:sldMk cId="3722135766" sldId="296"/>
            <ac:spMk id="5" creationId="{D201EDBB-E64E-E217-0BA1-9CBAC7D8568E}"/>
          </ac:spMkLst>
        </pc:spChg>
        <pc:spChg chg="add mod">
          <ac:chgData name="SONZOGNI Thomas UCI OC" userId="7c394e66-3a93-4bc4-9808-fc21bfae2f14" providerId="ADAL" clId="{3DD24BA8-6A9E-4B3F-81C7-A6EE75420946}" dt="2024-10-10T09:24:11.824" v="662" actId="1076"/>
          <ac:spMkLst>
            <pc:docMk/>
            <pc:sldMk cId="3722135766" sldId="296"/>
            <ac:spMk id="7" creationId="{BFB7380F-9350-90F1-343E-2A0188343942}"/>
          </ac:spMkLst>
        </pc:spChg>
        <pc:spChg chg="del">
          <ac:chgData name="SONZOGNI Thomas UCI OC" userId="7c394e66-3a93-4bc4-9808-fc21bfae2f14" providerId="ADAL" clId="{3DD24BA8-6A9E-4B3F-81C7-A6EE75420946}" dt="2024-10-10T09:00:05.787" v="322" actId="478"/>
          <ac:spMkLst>
            <pc:docMk/>
            <pc:sldMk cId="3722135766" sldId="296"/>
            <ac:spMk id="15" creationId="{B1D06DAE-D7C2-69B2-99B2-CEC7CD7008A2}"/>
          </ac:spMkLst>
        </pc:spChg>
        <pc:spChg chg="del">
          <ac:chgData name="SONZOGNI Thomas UCI OC" userId="7c394e66-3a93-4bc4-9808-fc21bfae2f14" providerId="ADAL" clId="{3DD24BA8-6A9E-4B3F-81C7-A6EE75420946}" dt="2024-10-10T08:59:58.612" v="316" actId="478"/>
          <ac:spMkLst>
            <pc:docMk/>
            <pc:sldMk cId="3722135766" sldId="296"/>
            <ac:spMk id="16" creationId="{F46B417F-FC13-6329-2270-7E4A621D3CFF}"/>
          </ac:spMkLst>
        </pc:spChg>
        <pc:spChg chg="del mod">
          <ac:chgData name="SONZOGNI Thomas UCI OC" userId="7c394e66-3a93-4bc4-9808-fc21bfae2f14" providerId="ADAL" clId="{3DD24BA8-6A9E-4B3F-81C7-A6EE75420946}" dt="2024-10-10T08:59:56.492" v="314" actId="478"/>
          <ac:spMkLst>
            <pc:docMk/>
            <pc:sldMk cId="3722135766" sldId="296"/>
            <ac:spMk id="17" creationId="{77A53E5E-3E87-431A-010D-E2A14F2DAD57}"/>
          </ac:spMkLst>
        </pc:spChg>
        <pc:spChg chg="del">
          <ac:chgData name="SONZOGNI Thomas UCI OC" userId="7c394e66-3a93-4bc4-9808-fc21bfae2f14" providerId="ADAL" clId="{3DD24BA8-6A9E-4B3F-81C7-A6EE75420946}" dt="2024-10-10T09:00:00.579" v="318" actId="478"/>
          <ac:spMkLst>
            <pc:docMk/>
            <pc:sldMk cId="3722135766" sldId="296"/>
            <ac:spMk id="18" creationId="{88B3F3B6-D798-85EB-C4A1-9CCF4A855FAB}"/>
          </ac:spMkLst>
        </pc:spChg>
        <pc:spChg chg="del">
          <ac:chgData name="SONZOGNI Thomas UCI OC" userId="7c394e66-3a93-4bc4-9808-fc21bfae2f14" providerId="ADAL" clId="{3DD24BA8-6A9E-4B3F-81C7-A6EE75420946}" dt="2024-10-10T09:00:03.442" v="320" actId="478"/>
          <ac:spMkLst>
            <pc:docMk/>
            <pc:sldMk cId="3722135766" sldId="296"/>
            <ac:spMk id="19" creationId="{27E83C20-091C-084A-867E-3BB3619FF00C}"/>
          </ac:spMkLst>
        </pc:spChg>
        <pc:picChg chg="add mod">
          <ac:chgData name="SONZOGNI Thomas UCI OC" userId="7c394e66-3a93-4bc4-9808-fc21bfae2f14" providerId="ADAL" clId="{3DD24BA8-6A9E-4B3F-81C7-A6EE75420946}" dt="2024-10-10T09:12:06.734" v="588" actId="1076"/>
          <ac:picMkLst>
            <pc:docMk/>
            <pc:sldMk cId="3722135766" sldId="296"/>
            <ac:picMk id="2" creationId="{B871F6AA-95D0-2096-CD74-9ED82B81452D}"/>
          </ac:picMkLst>
        </pc:picChg>
        <pc:picChg chg="add mod">
          <ac:chgData name="SONZOGNI Thomas UCI OC" userId="7c394e66-3a93-4bc4-9808-fc21bfae2f14" providerId="ADAL" clId="{3DD24BA8-6A9E-4B3F-81C7-A6EE75420946}" dt="2024-10-10T09:22:33.928" v="605" actId="1076"/>
          <ac:picMkLst>
            <pc:docMk/>
            <pc:sldMk cId="3722135766" sldId="296"/>
            <ac:picMk id="4" creationId="{5141A86E-E32B-11C3-02E7-CD3B3CA7A985}"/>
          </ac:picMkLst>
        </pc:picChg>
        <pc:picChg chg="del">
          <ac:chgData name="SONZOGNI Thomas UCI OC" userId="7c394e66-3a93-4bc4-9808-fc21bfae2f14" providerId="ADAL" clId="{3DD24BA8-6A9E-4B3F-81C7-A6EE75420946}" dt="2024-10-10T08:59:50.588" v="308" actId="478"/>
          <ac:picMkLst>
            <pc:docMk/>
            <pc:sldMk cId="3722135766" sldId="296"/>
            <ac:picMk id="6" creationId="{5EB25265-264B-724B-2C37-5615BE5A9FFE}"/>
          </ac:picMkLst>
        </pc:picChg>
        <pc:picChg chg="del">
          <ac:chgData name="SONZOGNI Thomas UCI OC" userId="7c394e66-3a93-4bc4-9808-fc21bfae2f14" providerId="ADAL" clId="{3DD24BA8-6A9E-4B3F-81C7-A6EE75420946}" dt="2024-10-10T08:59:53.851" v="311" actId="478"/>
          <ac:picMkLst>
            <pc:docMk/>
            <pc:sldMk cId="3722135766" sldId="296"/>
            <ac:picMk id="9" creationId="{4B131644-0189-F2A5-9C0E-57FB25566615}"/>
          </ac:picMkLst>
        </pc:picChg>
        <pc:picChg chg="del">
          <ac:chgData name="SONZOGNI Thomas UCI OC" userId="7c394e66-3a93-4bc4-9808-fc21bfae2f14" providerId="ADAL" clId="{3DD24BA8-6A9E-4B3F-81C7-A6EE75420946}" dt="2024-10-10T09:00:01.347" v="319" actId="478"/>
          <ac:picMkLst>
            <pc:docMk/>
            <pc:sldMk cId="3722135766" sldId="296"/>
            <ac:picMk id="10" creationId="{A4490DCA-2562-3B12-670F-C8498B10A8D4}"/>
          </ac:picMkLst>
        </pc:picChg>
        <pc:picChg chg="del">
          <ac:chgData name="SONZOGNI Thomas UCI OC" userId="7c394e66-3a93-4bc4-9808-fc21bfae2f14" providerId="ADAL" clId="{3DD24BA8-6A9E-4B3F-81C7-A6EE75420946}" dt="2024-10-10T09:00:04.547" v="321" actId="478"/>
          <ac:picMkLst>
            <pc:docMk/>
            <pc:sldMk cId="3722135766" sldId="296"/>
            <ac:picMk id="11" creationId="{50F011B4-5C19-3B5F-2377-90E93551F949}"/>
          </ac:picMkLst>
        </pc:picChg>
        <pc:picChg chg="del">
          <ac:chgData name="SONZOGNI Thomas UCI OC" userId="7c394e66-3a93-4bc4-9808-fc21bfae2f14" providerId="ADAL" clId="{3DD24BA8-6A9E-4B3F-81C7-A6EE75420946}" dt="2024-10-10T08:59:57.444" v="315" actId="478"/>
          <ac:picMkLst>
            <pc:docMk/>
            <pc:sldMk cId="3722135766" sldId="296"/>
            <ac:picMk id="12" creationId="{C45A8126-754C-9CFB-0050-3478546AF023}"/>
          </ac:picMkLst>
        </pc:picChg>
        <pc:picChg chg="del">
          <ac:chgData name="SONZOGNI Thomas UCI OC" userId="7c394e66-3a93-4bc4-9808-fc21bfae2f14" providerId="ADAL" clId="{3DD24BA8-6A9E-4B3F-81C7-A6EE75420946}" dt="2024-10-10T08:59:54.508" v="312" actId="478"/>
          <ac:picMkLst>
            <pc:docMk/>
            <pc:sldMk cId="3722135766" sldId="296"/>
            <ac:picMk id="13" creationId="{77ACEB31-96D5-6B30-96CA-4E08D69E6CD0}"/>
          </ac:picMkLst>
        </pc:picChg>
        <pc:picChg chg="del">
          <ac:chgData name="SONZOGNI Thomas UCI OC" userId="7c394e66-3a93-4bc4-9808-fc21bfae2f14" providerId="ADAL" clId="{3DD24BA8-6A9E-4B3F-81C7-A6EE75420946}" dt="2024-10-10T08:59:59.324" v="317" actId="478"/>
          <ac:picMkLst>
            <pc:docMk/>
            <pc:sldMk cId="3722135766" sldId="296"/>
            <ac:picMk id="14" creationId="{72C6F469-EB46-0BF3-72B5-5C5684F7AD68}"/>
          </ac:picMkLst>
        </pc:picChg>
        <pc:picChg chg="del">
          <ac:chgData name="SONZOGNI Thomas UCI OC" userId="7c394e66-3a93-4bc4-9808-fc21bfae2f14" providerId="ADAL" clId="{3DD24BA8-6A9E-4B3F-81C7-A6EE75420946}" dt="2024-10-10T08:59:51.179" v="309" actId="478"/>
          <ac:picMkLst>
            <pc:docMk/>
            <pc:sldMk cId="3722135766" sldId="296"/>
            <ac:picMk id="20" creationId="{D27370FD-D7A0-36A4-D3CE-D3AD145F0169}"/>
          </ac:picMkLst>
        </pc:picChg>
        <pc:cxnChg chg="del">
          <ac:chgData name="SONZOGNI Thomas UCI OC" userId="7c394e66-3a93-4bc4-9808-fc21bfae2f14" providerId="ADAL" clId="{3DD24BA8-6A9E-4B3F-81C7-A6EE75420946}" dt="2024-10-10T08:59:53.036" v="310" actId="478"/>
          <ac:cxnSpMkLst>
            <pc:docMk/>
            <pc:sldMk cId="3722135766" sldId="296"/>
            <ac:cxnSpMk id="8" creationId="{BF1CA372-2FB6-47C0-E50C-3B8A61093FFF}"/>
          </ac:cxnSpMkLst>
        </pc:cxnChg>
      </pc:sldChg>
      <pc:sldChg chg="addSp delSp modSp add mod ord">
        <pc:chgData name="SONZOGNI Thomas UCI OC" userId="7c394e66-3a93-4bc4-9808-fc21bfae2f14" providerId="ADAL" clId="{3DD24BA8-6A9E-4B3F-81C7-A6EE75420946}" dt="2024-10-10T09:28:02.075" v="710" actId="1076"/>
        <pc:sldMkLst>
          <pc:docMk/>
          <pc:sldMk cId="3124232031" sldId="297"/>
        </pc:sldMkLst>
        <pc:spChg chg="mod">
          <ac:chgData name="SONZOGNI Thomas UCI OC" userId="7c394e66-3a93-4bc4-9808-fc21bfae2f14" providerId="ADAL" clId="{3DD24BA8-6A9E-4B3F-81C7-A6EE75420946}" dt="2024-10-10T09:25:36.264" v="691" actId="20577"/>
          <ac:spMkLst>
            <pc:docMk/>
            <pc:sldMk cId="3124232031" sldId="297"/>
            <ac:spMk id="15" creationId="{7F17CA9D-E1EB-CDBA-B917-C1F2685972AE}"/>
          </ac:spMkLst>
        </pc:spChg>
        <pc:picChg chg="add mod">
          <ac:chgData name="SONZOGNI Thomas UCI OC" userId="7c394e66-3a93-4bc4-9808-fc21bfae2f14" providerId="ADAL" clId="{3DD24BA8-6A9E-4B3F-81C7-A6EE75420946}" dt="2024-10-10T09:27:26.785" v="702" actId="1076"/>
          <ac:picMkLst>
            <pc:docMk/>
            <pc:sldMk cId="3124232031" sldId="297"/>
            <ac:picMk id="2" creationId="{D31418A5-54CC-1715-51E9-578A3C2DD51C}"/>
          </ac:picMkLst>
        </pc:picChg>
        <pc:picChg chg="add mod">
          <ac:chgData name="SONZOGNI Thomas UCI OC" userId="7c394e66-3a93-4bc4-9808-fc21bfae2f14" providerId="ADAL" clId="{3DD24BA8-6A9E-4B3F-81C7-A6EE75420946}" dt="2024-10-10T09:27:42.059" v="706" actId="1076"/>
          <ac:picMkLst>
            <pc:docMk/>
            <pc:sldMk cId="3124232031" sldId="297"/>
            <ac:picMk id="3" creationId="{49944FFE-AAA0-DDD2-C1BB-1AD2D84A2AB6}"/>
          </ac:picMkLst>
        </pc:picChg>
        <pc:picChg chg="add mod">
          <ac:chgData name="SONZOGNI Thomas UCI OC" userId="7c394e66-3a93-4bc4-9808-fc21bfae2f14" providerId="ADAL" clId="{3DD24BA8-6A9E-4B3F-81C7-A6EE75420946}" dt="2024-10-10T09:28:02.075" v="710" actId="1076"/>
          <ac:picMkLst>
            <pc:docMk/>
            <pc:sldMk cId="3124232031" sldId="297"/>
            <ac:picMk id="7" creationId="{BF95EFB9-3271-DCF2-C6D2-25A878A35DFF}"/>
          </ac:picMkLst>
        </pc:picChg>
        <pc:picChg chg="del">
          <ac:chgData name="SONZOGNI Thomas UCI OC" userId="7c394e66-3a93-4bc4-9808-fc21bfae2f14" providerId="ADAL" clId="{3DD24BA8-6A9E-4B3F-81C7-A6EE75420946}" dt="2024-10-10T09:25:19.440" v="675" actId="478"/>
          <ac:picMkLst>
            <pc:docMk/>
            <pc:sldMk cId="3124232031" sldId="297"/>
            <ac:picMk id="14" creationId="{03A455AD-005E-6107-71D1-8EFD45A85F3B}"/>
          </ac:picMkLst>
        </pc:picChg>
      </pc:sldChg>
      <pc:sldChg chg="addSp delSp modSp add mod ord">
        <pc:chgData name="SONZOGNI Thomas UCI OC" userId="7c394e66-3a93-4bc4-9808-fc21bfae2f14" providerId="ADAL" clId="{3DD24BA8-6A9E-4B3F-81C7-A6EE75420946}" dt="2024-10-10T09:33:39.818" v="819" actId="1076"/>
        <pc:sldMkLst>
          <pc:docMk/>
          <pc:sldMk cId="2100640350" sldId="298"/>
        </pc:sldMkLst>
        <pc:spChg chg="mod">
          <ac:chgData name="SONZOGNI Thomas UCI OC" userId="7c394e66-3a93-4bc4-9808-fc21bfae2f14" providerId="ADAL" clId="{3DD24BA8-6A9E-4B3F-81C7-A6EE75420946}" dt="2024-10-10T09:28:18.643" v="726" actId="20577"/>
          <ac:spMkLst>
            <pc:docMk/>
            <pc:sldMk cId="2100640350" sldId="298"/>
            <ac:spMk id="7" creationId="{BFB7380F-9350-90F1-343E-2A0188343942}"/>
          </ac:spMkLst>
        </pc:spChg>
        <pc:spChg chg="add mod">
          <ac:chgData name="SONZOGNI Thomas UCI OC" userId="7c394e66-3a93-4bc4-9808-fc21bfae2f14" providerId="ADAL" clId="{3DD24BA8-6A9E-4B3F-81C7-A6EE75420946}" dt="2024-10-10T09:33:35.778" v="818" actId="1076"/>
          <ac:spMkLst>
            <pc:docMk/>
            <pc:sldMk cId="2100640350" sldId="298"/>
            <ac:spMk id="10" creationId="{167C2A6E-855B-9074-FBD6-8AD4DEDEE6AA}"/>
          </ac:spMkLst>
        </pc:spChg>
        <pc:spChg chg="add mod">
          <ac:chgData name="SONZOGNI Thomas UCI OC" userId="7c394e66-3a93-4bc4-9808-fc21bfae2f14" providerId="ADAL" clId="{3DD24BA8-6A9E-4B3F-81C7-A6EE75420946}" dt="2024-10-10T09:33:39.818" v="819" actId="1076"/>
          <ac:spMkLst>
            <pc:docMk/>
            <pc:sldMk cId="2100640350" sldId="298"/>
            <ac:spMk id="12" creationId="{79DBDDEA-29AB-085F-D6AF-38EC50F4C79F}"/>
          </ac:spMkLst>
        </pc:spChg>
        <pc:picChg chg="del">
          <ac:chgData name="SONZOGNI Thomas UCI OC" userId="7c394e66-3a93-4bc4-9808-fc21bfae2f14" providerId="ADAL" clId="{3DD24BA8-6A9E-4B3F-81C7-A6EE75420946}" dt="2024-10-10T09:25:22.072" v="676" actId="478"/>
          <ac:picMkLst>
            <pc:docMk/>
            <pc:sldMk cId="2100640350" sldId="298"/>
            <ac:picMk id="4" creationId="{5141A86E-E32B-11C3-02E7-CD3B3CA7A985}"/>
          </ac:picMkLst>
        </pc:picChg>
        <pc:picChg chg="add mod">
          <ac:chgData name="SONZOGNI Thomas UCI OC" userId="7c394e66-3a93-4bc4-9808-fc21bfae2f14" providerId="ADAL" clId="{3DD24BA8-6A9E-4B3F-81C7-A6EE75420946}" dt="2024-10-10T09:29:57.812" v="730" actId="1076"/>
          <ac:picMkLst>
            <pc:docMk/>
            <pc:sldMk cId="2100640350" sldId="298"/>
            <ac:picMk id="6" creationId="{D0514E7F-FEBA-DA29-42DD-C88D6CB440E7}"/>
          </ac:picMkLst>
        </pc:picChg>
        <pc:picChg chg="add mod">
          <ac:chgData name="SONZOGNI Thomas UCI OC" userId="7c394e66-3a93-4bc4-9808-fc21bfae2f14" providerId="ADAL" clId="{3DD24BA8-6A9E-4B3F-81C7-A6EE75420946}" dt="2024-10-10T09:31:06.271" v="735" actId="1076"/>
          <ac:picMkLst>
            <pc:docMk/>
            <pc:sldMk cId="2100640350" sldId="298"/>
            <ac:picMk id="9" creationId="{BD9E065A-56EF-B02E-2BAF-7A207B03A7CD}"/>
          </ac:picMkLst>
        </pc:picChg>
        <pc:picChg chg="add del mod">
          <ac:chgData name="SONZOGNI Thomas UCI OC" userId="7c394e66-3a93-4bc4-9808-fc21bfae2f14" providerId="ADAL" clId="{3DD24BA8-6A9E-4B3F-81C7-A6EE75420946}" dt="2024-10-10T09:32:17.055" v="763" actId="478"/>
          <ac:picMkLst>
            <pc:docMk/>
            <pc:sldMk cId="2100640350" sldId="298"/>
            <ac:picMk id="11" creationId="{71012A91-C7F6-D0B3-9824-A418AA5E1D64}"/>
          </ac:picMkLst>
        </pc:picChg>
      </pc:sldChg>
      <pc:sldChg chg="addSp modSp add del mod">
        <pc:chgData name="SONZOGNI Thomas UCI OC" userId="7c394e66-3a93-4bc4-9808-fc21bfae2f14" providerId="ADAL" clId="{3DD24BA8-6A9E-4B3F-81C7-A6EE75420946}" dt="2024-10-10T09:39:56.063" v="933" actId="2696"/>
        <pc:sldMkLst>
          <pc:docMk/>
          <pc:sldMk cId="1897098614" sldId="299"/>
        </pc:sldMkLst>
        <pc:picChg chg="add mod">
          <ac:chgData name="SONZOGNI Thomas UCI OC" userId="7c394e66-3a93-4bc4-9808-fc21bfae2f14" providerId="ADAL" clId="{3DD24BA8-6A9E-4B3F-81C7-A6EE75420946}" dt="2024-10-10T09:35:43.622" v="898" actId="1076"/>
          <ac:picMkLst>
            <pc:docMk/>
            <pc:sldMk cId="1897098614" sldId="299"/>
            <ac:picMk id="3" creationId="{A3386C47-33DD-22F2-118F-AD38C4523FBA}"/>
          </ac:picMkLst>
        </pc:picChg>
      </pc:sldChg>
      <pc:sldChg chg="addSp modSp add mod ord">
        <pc:chgData name="SONZOGNI Thomas UCI OC" userId="7c394e66-3a93-4bc4-9808-fc21bfae2f14" providerId="ADAL" clId="{3DD24BA8-6A9E-4B3F-81C7-A6EE75420946}" dt="2024-10-10T09:39:43.559" v="932" actId="1582"/>
        <pc:sldMkLst>
          <pc:docMk/>
          <pc:sldMk cId="2004253335" sldId="300"/>
        </pc:sldMkLst>
        <pc:spChg chg="add mod">
          <ac:chgData name="SONZOGNI Thomas UCI OC" userId="7c394e66-3a93-4bc4-9808-fc21bfae2f14" providerId="ADAL" clId="{3DD24BA8-6A9E-4B3F-81C7-A6EE75420946}" dt="2024-10-10T09:38:22.354" v="915" actId="1076"/>
          <ac:spMkLst>
            <pc:docMk/>
            <pc:sldMk cId="2004253335" sldId="300"/>
            <ac:spMk id="2" creationId="{0CF77AAF-FE8D-9E24-B013-BEDB8C9BA1C9}"/>
          </ac:spMkLst>
        </pc:spChg>
        <pc:spChg chg="mod">
          <ac:chgData name="SONZOGNI Thomas UCI OC" userId="7c394e66-3a93-4bc4-9808-fc21bfae2f14" providerId="ADAL" clId="{3DD24BA8-6A9E-4B3F-81C7-A6EE75420946}" dt="2024-10-10T09:34:21.091" v="842" actId="20577"/>
          <ac:spMkLst>
            <pc:docMk/>
            <pc:sldMk cId="2004253335" sldId="300"/>
            <ac:spMk id="11" creationId="{98051172-62AE-CF7B-2B39-0A3C12A6205A}"/>
          </ac:spMkLst>
        </pc:spChg>
        <pc:spChg chg="mod">
          <ac:chgData name="SONZOGNI Thomas UCI OC" userId="7c394e66-3a93-4bc4-9808-fc21bfae2f14" providerId="ADAL" clId="{3DD24BA8-6A9E-4B3F-81C7-A6EE75420946}" dt="2024-10-10T09:38:48.171" v="920" actId="1076"/>
          <ac:spMkLst>
            <pc:docMk/>
            <pc:sldMk cId="2004253335" sldId="300"/>
            <ac:spMk id="15" creationId="{7F17CA9D-E1EB-CDBA-B917-C1F2685972AE}"/>
          </ac:spMkLst>
        </pc:spChg>
        <pc:picChg chg="add mod">
          <ac:chgData name="SONZOGNI Thomas UCI OC" userId="7c394e66-3a93-4bc4-9808-fc21bfae2f14" providerId="ADAL" clId="{3DD24BA8-6A9E-4B3F-81C7-A6EE75420946}" dt="2024-10-10T09:35:54.511" v="900" actId="1076"/>
          <ac:picMkLst>
            <pc:docMk/>
            <pc:sldMk cId="2004253335" sldId="300"/>
            <ac:picMk id="3" creationId="{552614CA-788A-CD3A-F93C-994CE3F175D0}"/>
          </ac:picMkLst>
        </pc:picChg>
        <pc:picChg chg="add mod">
          <ac:chgData name="SONZOGNI Thomas UCI OC" userId="7c394e66-3a93-4bc4-9808-fc21bfae2f14" providerId="ADAL" clId="{3DD24BA8-6A9E-4B3F-81C7-A6EE75420946}" dt="2024-10-10T09:38:41.378" v="918" actId="1076"/>
          <ac:picMkLst>
            <pc:docMk/>
            <pc:sldMk cId="2004253335" sldId="300"/>
            <ac:picMk id="7" creationId="{D0598636-DB4D-9407-FE5C-3B26CD35B6C5}"/>
          </ac:picMkLst>
        </pc:picChg>
        <pc:picChg chg="add mod">
          <ac:chgData name="SONZOGNI Thomas UCI OC" userId="7c394e66-3a93-4bc4-9808-fc21bfae2f14" providerId="ADAL" clId="{3DD24BA8-6A9E-4B3F-81C7-A6EE75420946}" dt="2024-10-10T09:38:26.817" v="916" actId="1076"/>
          <ac:picMkLst>
            <pc:docMk/>
            <pc:sldMk cId="2004253335" sldId="300"/>
            <ac:picMk id="8" creationId="{D6B74F2E-E532-F3BD-CB20-35BA92D9836B}"/>
          </ac:picMkLst>
        </pc:picChg>
        <pc:picChg chg="add mod">
          <ac:chgData name="SONZOGNI Thomas UCI OC" userId="7c394e66-3a93-4bc4-9808-fc21bfae2f14" providerId="ADAL" clId="{3DD24BA8-6A9E-4B3F-81C7-A6EE75420946}" dt="2024-10-10T09:38:56.834" v="922" actId="1076"/>
          <ac:picMkLst>
            <pc:docMk/>
            <pc:sldMk cId="2004253335" sldId="300"/>
            <ac:picMk id="9" creationId="{079E2C0D-7C4E-79EC-556B-3020AEE713F2}"/>
          </ac:picMkLst>
        </pc:picChg>
        <pc:cxnChg chg="add mod">
          <ac:chgData name="SONZOGNI Thomas UCI OC" userId="7c394e66-3a93-4bc4-9808-fc21bfae2f14" providerId="ADAL" clId="{3DD24BA8-6A9E-4B3F-81C7-A6EE75420946}" dt="2024-10-10T09:39:37.512" v="931" actId="1582"/>
          <ac:cxnSpMkLst>
            <pc:docMk/>
            <pc:sldMk cId="2004253335" sldId="300"/>
            <ac:cxnSpMk id="13" creationId="{68D811D5-C49C-8465-B2D1-EE4301C96175}"/>
          </ac:cxnSpMkLst>
        </pc:cxnChg>
        <pc:cxnChg chg="add mod">
          <ac:chgData name="SONZOGNI Thomas UCI OC" userId="7c394e66-3a93-4bc4-9808-fc21bfae2f14" providerId="ADAL" clId="{3DD24BA8-6A9E-4B3F-81C7-A6EE75420946}" dt="2024-10-10T09:39:43.559" v="932" actId="1582"/>
          <ac:cxnSpMkLst>
            <pc:docMk/>
            <pc:sldMk cId="2004253335" sldId="300"/>
            <ac:cxnSpMk id="16" creationId="{88C19AFC-98D5-BF4B-18AF-EE81F94517D1}"/>
          </ac:cxnSpMkLst>
        </pc:cxnChg>
      </pc:sldChg>
      <pc:sldMasterChg chg="delSldLayout">
        <pc:chgData name="SONZOGNI Thomas UCI OC" userId="7c394e66-3a93-4bc4-9808-fc21bfae2f14" providerId="ADAL" clId="{3DD24BA8-6A9E-4B3F-81C7-A6EE75420946}" dt="2024-10-10T08:59:30.311" v="299" actId="47"/>
        <pc:sldMasterMkLst>
          <pc:docMk/>
          <pc:sldMasterMk cId="1928452137" sldId="2147483666"/>
        </pc:sldMasterMkLst>
        <pc:sldLayoutChg chg="del">
          <pc:chgData name="SONZOGNI Thomas UCI OC" userId="7c394e66-3a93-4bc4-9808-fc21bfae2f14" providerId="ADAL" clId="{3DD24BA8-6A9E-4B3F-81C7-A6EE75420946}" dt="2024-10-10T08:59:30.311" v="299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SONZOGNI Thomas UCI OC" userId="7c394e66-3a93-4bc4-9808-fc21bfae2f14" providerId="ADAL" clId="{3DD24BA8-6A9E-4B3F-81C7-A6EE75420946}" dt="2024-10-10T08:59:29.700" v="297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96F3730-8562-4D7F-A2D1-B258C4FC42CB}" type="datetime1">
              <a:rPr lang="fr-FR" smtClean="0"/>
              <a:t>10/10/2024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B237-C4D2-43EE-AC18-AA163EB3D7BC}" type="datetime1">
              <a:rPr lang="fr-FR" smtClean="0"/>
              <a:pPr/>
              <a:t>10/10/2024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01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120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468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024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65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436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1663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085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8" name="Graphisme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sme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TITRE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34" name="Espace réservé du texte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5" name="Espace réservé du texte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6" name="Espace réservé du texte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7" name="Espace réservé du texte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1" name="Espace réservé du texte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2" name="Espace réservé du texte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u texte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4" name="Espace réservé du texte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sme 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sme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8" name="Espace réservé du texte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0" name="Espace réservé du texte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pic>
        <p:nvPicPr>
          <p:cNvPr id="2" name="Graphisme 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pic>
        <p:nvPicPr>
          <p:cNvPr id="5" name="Graphisme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sme 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8" name="Espace réservé du pied de page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s marché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sme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sme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ce réservé du contenu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endParaRPr lang="fr-FR" noProof="0"/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sme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7" name="Espace réservé du texte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8" name="Espace réservé du texte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9" name="Espace réservé du texte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4" name="Espace réservé du texte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6" name="Espace réservé du texte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7" name="Espace réservé du texte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8" name="Espace réservé du texte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9" name="Espace réservé du texte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0" name="Espace réservé du texte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ce réservé de la date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37" name="Espace réservé du pied de page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38" name="Espace réservé du numéro de diapositiv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 graphique SmartArt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4 person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8 personne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5" name="Espace réservé d’image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6" name="Espace réservé d’image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7" name="Espace réservé d’image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58" name="Espace réservé d’image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2" name="Espace réservé du texte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9" name="Espace réservé du texte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3" name="Espace réservé du texte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0" name="Espace réservé du texte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1" name="Espace réservé du texte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5" name="Espace réservé du texte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3" name="Graphisme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sme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4" name="Espace réservé du contenu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5" name="Espace réservé du contenu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ynthè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6" name="Graphisme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D39078D-6DD5-FF5A-AF58-A59D6EAFD85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3773" y="4358640"/>
            <a:ext cx="4941771" cy="1122202"/>
          </a:xfrm>
        </p:spPr>
        <p:txBody>
          <a:bodyPr rtlCol="0"/>
          <a:lstStyle/>
          <a:p>
            <a:pPr rtl="0"/>
            <a:r>
              <a:rPr lang="fr-FR" sz="2400" b="1" u="sng" dirty="0"/>
              <a:t>Projet 3: </a:t>
            </a:r>
            <a:r>
              <a:rPr lang="fr-FR" sz="2400" dirty="0" err="1"/>
              <a:t>Requetez</a:t>
            </a:r>
            <a:r>
              <a:rPr lang="fr-FR" sz="2400" dirty="0"/>
              <a:t> une base de données avec </a:t>
            </a:r>
            <a:r>
              <a:rPr lang="fr-FR" sz="2400" dirty="0" err="1"/>
              <a:t>sql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3041" y="5480842"/>
            <a:ext cx="4941770" cy="396660"/>
          </a:xfrm>
        </p:spPr>
        <p:txBody>
          <a:bodyPr rtlCol="0"/>
          <a:lstStyle/>
          <a:p>
            <a:pPr rtl="0"/>
            <a:r>
              <a:rPr lang="fr-FR" dirty="0"/>
              <a:t>Thomas Sonzogni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A229E90-3D9D-0DE0-AE39-D2806BAAD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2" y="5743576"/>
            <a:ext cx="1981198" cy="111442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29C2D3F-663E-A6AA-8D30-3306E9CFB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29154"/>
            <a:ext cx="4108449" cy="160229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89F8F0B-19B5-ECD3-09D3-BA8BA6DF2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200" y="929640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087" y="507734"/>
            <a:ext cx="3171825" cy="1325563"/>
          </a:xfrm>
        </p:spPr>
        <p:txBody>
          <a:bodyPr rtlCol="0"/>
          <a:lstStyle/>
          <a:p>
            <a:pPr rtl="0"/>
            <a:r>
              <a:rPr lang="fr-FR" u="sng" dirty="0"/>
              <a:t>Sommaire :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6384" y="2032000"/>
            <a:ext cx="3819229" cy="3429000"/>
          </a:xfrm>
        </p:spPr>
        <p:txBody>
          <a:bodyPr rtlCol="0">
            <a:normAutofit/>
          </a:bodyPr>
          <a:lstStyle/>
          <a:p>
            <a:pPr marL="342900" indent="-342900" rtl="0">
              <a:buAutoNum type="arabicParenR"/>
            </a:pP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Les bases de données</a:t>
            </a:r>
          </a:p>
          <a:p>
            <a:pPr marL="342900" indent="-342900" rtl="0">
              <a:buAutoNum type="arabicParenR"/>
            </a:pP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Le déroulé du projet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dictionnaire de données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schéma relationnel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Création de la BDD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requêtes SQL</a:t>
            </a:r>
          </a:p>
          <a:p>
            <a:pPr rtl="0"/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3) Conclusion du projet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Ce que j’ai appris et Ce que je dois approfondir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fr-FR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fr-FR"/>
              <a:t>Pitch Deck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/>
              <a:t>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2A91A34-7425-2384-4D82-C3A5EB217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986" y="-390793"/>
            <a:ext cx="4109060" cy="15972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9847997-4139-7E33-C084-9C82B64D9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628" y="5742335"/>
            <a:ext cx="1981372" cy="111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201EDBB-E64E-E217-0BA1-9CBAC7D8568E}"/>
              </a:ext>
            </a:extLst>
          </p:cNvPr>
          <p:cNvSpPr txBox="1"/>
          <p:nvPr/>
        </p:nvSpPr>
        <p:spPr>
          <a:xfrm>
            <a:off x="4241800" y="33597"/>
            <a:ext cx="571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/>
              <a:t>Les bases de données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EB25265-264B-724B-2C37-5615BE5A9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241" y="660382"/>
            <a:ext cx="1286932" cy="1286932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BF1CA372-2FB6-47C0-E50C-3B8A61093FFF}"/>
              </a:ext>
            </a:extLst>
          </p:cNvPr>
          <p:cNvCxnSpPr/>
          <p:nvPr/>
        </p:nvCxnSpPr>
        <p:spPr>
          <a:xfrm flipH="1">
            <a:off x="4697974" y="1901998"/>
            <a:ext cx="694267" cy="5689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4B131644-0189-F2A5-9C0E-57FB25566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855844">
            <a:off x="6835477" y="1928937"/>
            <a:ext cx="883997" cy="76206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4490DCA-2562-3B12-670F-C8498B10A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3239" y="3324686"/>
            <a:ext cx="1630892" cy="131123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0F011B4-5C19-3B5F-2377-90E93551F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014" y="1244313"/>
            <a:ext cx="1866900" cy="12446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45A8126-754C-9CFB-0050-3478546AF0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6761" y="3508195"/>
            <a:ext cx="2032000" cy="10160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7ACEB31-96D5-6B30-96CA-4E08D69E6C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6500" y="1835108"/>
            <a:ext cx="1803400" cy="75066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2C6F469-EB46-0BF3-72B5-5C5684F7AD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2429" y="3976316"/>
            <a:ext cx="1870604" cy="1793466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1D06DAE-D7C2-69B2-99B2-CEC7CD7008A2}"/>
              </a:ext>
            </a:extLst>
          </p:cNvPr>
          <p:cNvSpPr txBox="1"/>
          <p:nvPr/>
        </p:nvSpPr>
        <p:spPr>
          <a:xfrm>
            <a:off x="690015" y="2505490"/>
            <a:ext cx="3245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Société de Gestion de Base de Données(SGBD)</a:t>
            </a:r>
            <a:endParaRPr lang="fr-FR" sz="1400" b="1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46B417F-FC13-6329-2270-7E4A621D3CFF}"/>
              </a:ext>
            </a:extLst>
          </p:cNvPr>
          <p:cNvSpPr txBox="1"/>
          <p:nvPr/>
        </p:nvSpPr>
        <p:spPr>
          <a:xfrm>
            <a:off x="7721633" y="4554311"/>
            <a:ext cx="3488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Clés primaires et clés étrangères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7A53E5E-3E87-431A-010D-E2A14F2DAD57}"/>
              </a:ext>
            </a:extLst>
          </p:cNvPr>
          <p:cNvSpPr txBox="1"/>
          <p:nvPr/>
        </p:nvSpPr>
        <p:spPr>
          <a:xfrm>
            <a:off x="9552863" y="2585773"/>
            <a:ext cx="1949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SQL vs No SQL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8B3F3B6-D798-85EB-C4A1-9CCF4A855FAB}"/>
              </a:ext>
            </a:extLst>
          </p:cNvPr>
          <p:cNvSpPr txBox="1"/>
          <p:nvPr/>
        </p:nvSpPr>
        <p:spPr>
          <a:xfrm>
            <a:off x="4706472" y="5859064"/>
            <a:ext cx="3015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Transactions et Normalisation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7E83C20-091C-084A-867E-3BB3619FF00C}"/>
              </a:ext>
            </a:extLst>
          </p:cNvPr>
          <p:cNvSpPr txBox="1"/>
          <p:nvPr/>
        </p:nvSpPr>
        <p:spPr>
          <a:xfrm>
            <a:off x="1731464" y="4723588"/>
            <a:ext cx="2294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Modèles et Schémas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27370FD-D7A0-36A4-D3CE-D3AD145F01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7813" y="2088769"/>
            <a:ext cx="1184764" cy="8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fr-FR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fr-FR"/>
              <a:t>Pitch Deck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4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051172-62AE-CF7B-2B39-0A3C12A6205A}"/>
              </a:ext>
            </a:extLst>
          </p:cNvPr>
          <p:cNvSpPr txBox="1"/>
          <p:nvPr/>
        </p:nvSpPr>
        <p:spPr>
          <a:xfrm>
            <a:off x="4351868" y="136525"/>
            <a:ext cx="4741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/>
              <a:t>Le déroulé du Projet :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267857A-FF33-D2DB-B722-09EA569E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628" y="5742335"/>
            <a:ext cx="1981372" cy="111566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3A455AD-005E-6107-71D1-8EFD45A85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08" y="1121701"/>
            <a:ext cx="11174384" cy="4772691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F17CA9D-E1EB-CDBA-B917-C1F2685972AE}"/>
              </a:ext>
            </a:extLst>
          </p:cNvPr>
          <p:cNvSpPr txBox="1"/>
          <p:nvPr/>
        </p:nvSpPr>
        <p:spPr>
          <a:xfrm>
            <a:off x="4885267" y="790337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Dictionnaire de données</a:t>
            </a:r>
          </a:p>
        </p:txBody>
      </p:sp>
    </p:spTree>
    <p:extLst>
      <p:ext uri="{BB962C8B-B14F-4D97-AF65-F5344CB8AC3E}">
        <p14:creationId xmlns:p14="http://schemas.microsoft.com/office/powerpoint/2010/main" val="148138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201EDBB-E64E-E217-0BA1-9CBAC7D8568E}"/>
              </a:ext>
            </a:extLst>
          </p:cNvPr>
          <p:cNvSpPr txBox="1"/>
          <p:nvPr/>
        </p:nvSpPr>
        <p:spPr>
          <a:xfrm>
            <a:off x="4368800" y="389466"/>
            <a:ext cx="571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/>
              <a:t>Le déroulé du Projet :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871F6AA-95D0-2096-CD74-9ED82B814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628" y="5742335"/>
            <a:ext cx="1981372" cy="111566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141A86E-E32B-11C3-02E7-CD3B3CA7A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3776" y="1413933"/>
            <a:ext cx="7724447" cy="419502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FB7380F-9350-90F1-343E-2A0188343942}"/>
              </a:ext>
            </a:extLst>
          </p:cNvPr>
          <p:cNvSpPr txBox="1"/>
          <p:nvPr/>
        </p:nvSpPr>
        <p:spPr>
          <a:xfrm>
            <a:off x="5046133" y="1044601"/>
            <a:ext cx="231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Schéma relationnel</a:t>
            </a:r>
          </a:p>
        </p:txBody>
      </p:sp>
    </p:spTree>
    <p:extLst>
      <p:ext uri="{BB962C8B-B14F-4D97-AF65-F5344CB8AC3E}">
        <p14:creationId xmlns:p14="http://schemas.microsoft.com/office/powerpoint/2010/main" val="372213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fr-FR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fr-FR"/>
              <a:t>Pitch Deck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6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051172-62AE-CF7B-2B39-0A3C12A6205A}"/>
              </a:ext>
            </a:extLst>
          </p:cNvPr>
          <p:cNvSpPr txBox="1"/>
          <p:nvPr/>
        </p:nvSpPr>
        <p:spPr>
          <a:xfrm>
            <a:off x="4351868" y="136525"/>
            <a:ext cx="4741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/>
              <a:t>Le déroulé du Projet :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267857A-FF33-D2DB-B722-09EA569E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628" y="5742335"/>
            <a:ext cx="1981372" cy="111566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F17CA9D-E1EB-CDBA-B917-C1F2685972AE}"/>
              </a:ext>
            </a:extLst>
          </p:cNvPr>
          <p:cNvSpPr txBox="1"/>
          <p:nvPr/>
        </p:nvSpPr>
        <p:spPr>
          <a:xfrm>
            <a:off x="4885267" y="790337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Base de données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31418A5-54CC-1715-51E9-578A3C2DD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68" y="4691512"/>
            <a:ext cx="11902372" cy="25717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9944FFE-AAA0-DDD2-C1BB-1AD2D84A2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068" y="4942236"/>
            <a:ext cx="11269359" cy="2492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F95EFB9-3271-DCF2-C6D2-25A878A35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6188" y="1249689"/>
            <a:ext cx="7840132" cy="305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3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201EDBB-E64E-E217-0BA1-9CBAC7D8568E}"/>
              </a:ext>
            </a:extLst>
          </p:cNvPr>
          <p:cNvSpPr txBox="1"/>
          <p:nvPr/>
        </p:nvSpPr>
        <p:spPr>
          <a:xfrm>
            <a:off x="4368800" y="389466"/>
            <a:ext cx="571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/>
              <a:t>Le déroulé du Projet :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871F6AA-95D0-2096-CD74-9ED82B814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628" y="5742335"/>
            <a:ext cx="1981372" cy="111566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FB7380F-9350-90F1-343E-2A0188343942}"/>
              </a:ext>
            </a:extLst>
          </p:cNvPr>
          <p:cNvSpPr txBox="1"/>
          <p:nvPr/>
        </p:nvSpPr>
        <p:spPr>
          <a:xfrm>
            <a:off x="5046133" y="1044601"/>
            <a:ext cx="231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Requêtes SQL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0514E7F-FEBA-DA29-42DD-C88D6CB44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33" y="1545848"/>
            <a:ext cx="4778783" cy="262288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D9E065A-56EF-B02E-2BAF-7A207B03A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753" y="2150532"/>
            <a:ext cx="4421631" cy="323617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67C2A6E-855B-9074-FBD6-8AD4DEDEE6AA}"/>
              </a:ext>
            </a:extLst>
          </p:cNvPr>
          <p:cNvSpPr txBox="1"/>
          <p:nvPr/>
        </p:nvSpPr>
        <p:spPr>
          <a:xfrm>
            <a:off x="1315916" y="501737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SELECT, FROM, WHERE, JOIN…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9DBDDEA-29AB-085F-D6AF-38EC50F4C79F}"/>
              </a:ext>
            </a:extLst>
          </p:cNvPr>
          <p:cNvSpPr txBox="1"/>
          <p:nvPr/>
        </p:nvSpPr>
        <p:spPr>
          <a:xfrm>
            <a:off x="7890934" y="1228235"/>
            <a:ext cx="353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GROUP BY, ORDER BY, LIMIT…</a:t>
            </a:r>
          </a:p>
        </p:txBody>
      </p:sp>
    </p:spTree>
    <p:extLst>
      <p:ext uri="{BB962C8B-B14F-4D97-AF65-F5344CB8AC3E}">
        <p14:creationId xmlns:p14="http://schemas.microsoft.com/office/powerpoint/2010/main" val="2100640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fr-FR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fr-FR"/>
              <a:t>Pitch Deck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8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051172-62AE-CF7B-2B39-0A3C12A6205A}"/>
              </a:ext>
            </a:extLst>
          </p:cNvPr>
          <p:cNvSpPr txBox="1"/>
          <p:nvPr/>
        </p:nvSpPr>
        <p:spPr>
          <a:xfrm>
            <a:off x="4351868" y="136525"/>
            <a:ext cx="4741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/>
              <a:t>Conclusion du projet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267857A-FF33-D2DB-B722-09EA569E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628" y="5742335"/>
            <a:ext cx="1981372" cy="111566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F17CA9D-E1EB-CDBA-B917-C1F2685972AE}"/>
              </a:ext>
            </a:extLst>
          </p:cNvPr>
          <p:cNvSpPr txBox="1"/>
          <p:nvPr/>
        </p:nvSpPr>
        <p:spPr>
          <a:xfrm>
            <a:off x="1559072" y="4586375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Ce que j’ai appris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CF77AAF-FE8D-9E24-B013-BEDB8C9BA1C9}"/>
              </a:ext>
            </a:extLst>
          </p:cNvPr>
          <p:cNvSpPr txBox="1"/>
          <p:nvPr/>
        </p:nvSpPr>
        <p:spPr>
          <a:xfrm>
            <a:off x="7635729" y="4586375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Ce que je dois approfondir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52614CA-788A-CD3A-F93C-994CE3F17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8452" y="-468445"/>
            <a:ext cx="4109060" cy="15972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0598636-DB4D-9407-FE5C-3B26CD35B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601" y="2928433"/>
            <a:ext cx="1692361" cy="157585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6B74F2E-E532-F3BD-CB20-35BA92D983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9925" y="2850294"/>
            <a:ext cx="3331636" cy="16658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79E2C0D-7C4E-79EC-556B-3020AEE713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2699" y="1200122"/>
            <a:ext cx="3211296" cy="2143005"/>
          </a:xfrm>
          <a:prstGeom prst="rect">
            <a:avLst/>
          </a:prstGeom>
        </p:spPr>
      </p:pic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68D811D5-C49C-8465-B2D1-EE4301C96175}"/>
              </a:ext>
            </a:extLst>
          </p:cNvPr>
          <p:cNvCxnSpPr/>
          <p:nvPr/>
        </p:nvCxnSpPr>
        <p:spPr>
          <a:xfrm rot="10800000" flipV="1">
            <a:off x="4102699" y="3555898"/>
            <a:ext cx="892634" cy="5842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88C19AFC-98D5-BF4B-18AF-EE81F94517D1}"/>
              </a:ext>
            </a:extLst>
          </p:cNvPr>
          <p:cNvCxnSpPr/>
          <p:nvPr/>
        </p:nvCxnSpPr>
        <p:spPr>
          <a:xfrm>
            <a:off x="6225055" y="3547533"/>
            <a:ext cx="863600" cy="60093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253335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g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5_TF56180624_Win32" id="{86818CA5-A7A1-4A11-825D-121ACC2F2553}" vid="{B15E7544-D123-4273-B0AB-D8F961E44E2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Argumentaire de vente clair et minimaliste</Template>
  <TotalTime>87</TotalTime>
  <Words>163</Words>
  <Application>Microsoft Office PowerPoint</Application>
  <PresentationFormat>Grand écran</PresentationFormat>
  <Paragraphs>50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Helvetica 75 Bold</vt:lpstr>
      <vt:lpstr>Tenorite</vt:lpstr>
      <vt:lpstr>Monoligne</vt:lpstr>
      <vt:lpstr>Projet 3: Requetez une base de données avec sql</vt:lpstr>
      <vt:lpstr>Sommaire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Orange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3: Requetez une base de données avec sql</dc:title>
  <dc:creator>SONZOGNI Thomas UCI OC</dc:creator>
  <cp:lastModifiedBy>SONZOGNI Thomas UCI OC</cp:lastModifiedBy>
  <cp:revision>1</cp:revision>
  <dcterms:created xsi:type="dcterms:W3CDTF">2024-10-10T07:58:35Z</dcterms:created>
  <dcterms:modified xsi:type="dcterms:W3CDTF">2024-10-10T09:39:57Z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ContentMarkingFooterLocations">
    <vt:lpwstr>Monoligne:8</vt:lpwstr>
  </property>
  <property fmtid="{D5CDD505-2E9C-101B-9397-08002B2CF9AE}" pid="4" name="ClassificationContentMarkingFooterText">
    <vt:lpwstr>Orange Restricted</vt:lpwstr>
  </property>
</Properties>
</file>